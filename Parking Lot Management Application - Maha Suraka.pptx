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0732a107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0732a107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732a107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732a107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732a107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732a10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732a107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732a107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0732a10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0732a10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0732a107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0732a107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732a107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732a107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732a107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732a107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Parking Lot Management Application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Maha Suraka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Approach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Model a parking lot with N slots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Divide the slots into: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SMALL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LARGE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OVERSIZE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App should support: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Vehicle Entry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Vehicle Exit</a:t>
            </a:r>
            <a:endParaRPr/>
          </a:p>
          <a:p>
            <a:pPr indent="-317500" lvl="1" marL="22860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Status display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is managed In-memory 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Through every entry or exit, status of the lot must be updated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Logic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93600" y="1163100"/>
            <a:ext cx="387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startup: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N slots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 sizes by percentage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PARK: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first available ‘valid’ slot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 size rules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Allow overflow into bigger slots</a:t>
            </a:r>
            <a:endParaRPr/>
          </a:p>
          <a:p>
            <a:pPr indent="0" lvl="0" marL="45720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781525" y="1177586"/>
            <a:ext cx="387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EXIT: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Free the slot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STATUS: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 all slots with occupancy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&amp; Distribution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18288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Concerns are clearly encapsulated into:</a:t>
            </a:r>
            <a:endParaRPr sz="20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Model - for Data</a:t>
            </a:r>
            <a:endParaRPr sz="16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Service - for Logic</a:t>
            </a:r>
            <a:endParaRPr sz="16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CLI - for user interaction</a:t>
            </a:r>
            <a:endParaRPr sz="1600"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55600" lvl="0" marL="18288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Slots are divided into:</a:t>
            </a:r>
            <a:endParaRPr sz="20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SMALL-50%</a:t>
            </a:r>
            <a:endParaRPr sz="16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LARGE-30%</a:t>
            </a:r>
            <a:endParaRPr sz="1600"/>
          </a:p>
          <a:p>
            <a:pPr indent="-330200" lvl="1" marL="22860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-GB" sz="1600"/>
              <a:t>OVERSIZE-20%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Files &amp; Folders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src/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Main source directory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●"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Main.java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Entry point of the application; initializes CLI.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●"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model/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Vehicle.java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Represents a vehicle (plate + type).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ParkingSlot.java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Models a parking slot and its state.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VehicleType.java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Enum for SMALL, LARGE, OVERSIZE vehicles.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SlotSize.java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Enum for slot sizes.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●"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service/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ParkingLotService.java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Core business logic; manages slot creation, parking, exit, and status.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●"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cli/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○"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ParkingLotCLI.java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— Command-line interface; parses user commands and interacts with service layer.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Diagram / Flow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Main.java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ParkingLotCLI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ParkingLotService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ParkingSlot / Vehicle</a:t>
            </a:r>
            <a:endParaRPr sz="1329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Run &amp; Test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Main.java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system starts by asking the user for </a:t>
            </a:r>
            <a:r>
              <a:rPr lang="en-GB" u="sng"/>
              <a:t>total parking slots</a:t>
            </a:r>
            <a:r>
              <a:rPr lang="en-GB"/>
              <a:t> (N value)</a:t>
            </a:r>
            <a:br>
              <a:rPr lang="en-GB"/>
            </a:br>
            <a:r>
              <a:rPr lang="en-GB"/>
              <a:t>The slots are automatically divided into 50:30:20 ratio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Commands: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PARK &lt;PLATE&gt; &lt;SMALL | LARGE | OVERSIZE&gt;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EXIT &lt;PLATE&gt;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QUIT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5229670" y="2407976"/>
            <a:ext cx="287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-&gt;To park a car</a:t>
            </a:r>
            <a:endParaRPr i="1"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-&gt;To exit a car</a:t>
            </a:r>
            <a:endParaRPr i="1"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-&gt;To check the of each lot</a:t>
            </a:r>
            <a:endParaRPr i="1"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-&gt;To quit the app</a:t>
            </a:r>
            <a:endParaRPr i="1"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244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Test Data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385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= 10   </a:t>
            </a:r>
            <a:r>
              <a:rPr i="1" lang="en-GB" sz="1300"/>
              <a:t>[5SMALL, 3 LARGE, 2 OVERSIZE]</a:t>
            </a:r>
            <a:endParaRPr i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PARK KA01 SMALL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PARK KA02 SMALL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PARK KA03 LARGE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PARK KA04 OVERSIZE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STATUS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EXIT KA02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PARK KA05 SMALL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STATUS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QUIT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4438025" y="1832825"/>
            <a:ext cx="4500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●"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Parking into correct slot type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●"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Overflow handling (Small → Large → Oversize)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●"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Releasing slots using EXIT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●"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Status output showing EMPTY vs OCCUPIED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●"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Restarting the application cleanly on QUIT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4870725" y="445025"/>
            <a:ext cx="244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Scenarios covered while testing: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Improvements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78750"/>
            <a:ext cx="8520600" cy="17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Slot division can be decided by user in terms of percentage or number of slots for each vehicle type can be dynamically assigned through user input.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Adding timestamp tracking to calculate billing per hour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An interactive UI dashboard can be developed to make the user interactions easy.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3834757" y="3776425"/>
            <a:ext cx="14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Thank You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